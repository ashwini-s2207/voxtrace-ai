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  <p:embeddedFont>
      <p:font typeface="IBM Plex Sans Medium"/>
      <p:regular r:id="rId201316"/>
    </p:embeddedFont>
    <p:embeddedFont>
      <p:font typeface="Space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545783"/>
            <a:ext cx="43115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208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VOXTRACE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5156" y="2241153"/>
            <a:ext cx="5797405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8000" b="1" spc="640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VOXTRACE</a:t>
            </a:r>
            <a:endParaRPr lang="en-US" sz="80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8000" b="1" spc="640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AI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65156" y="4504928"/>
            <a:ext cx="5797405" cy="11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Witness voice or text becomes editable visual clues and a traceable case record.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Hackathon prototype · AI face sketch with human review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08767" y="4330383"/>
            <a:ext cx="380355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208" kern="1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 · FACE SKETCH · CASE RECORD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86723" y="539591"/>
            <a:ext cx="1289018" cy="1114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01 / SIGNAL</a:t>
            </a:r>
            <a:endParaRPr lang="en-US" sz="1300" dirty="0"/>
          </a:p>
          <a:p>
            <a:pPr algn="r" indent="0" marL="0">
              <a:lnSpc>
                <a:spcPct val="113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VOICE → ATTRIBUTES → COMPOSITE → RECORD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439139" y="5689600"/>
            <a:ext cx="1015975" cy="508000"/>
          </a:xfrm>
          <a:prstGeom prst="roundRect">
            <a:avLst>
              <a:gd name="adj" fmla="val 6375"/>
            </a:avLst>
          </a:prstGeom>
          <a:solidFill>
            <a:srgbClr val="53E6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8888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208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02 /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93040"/>
            <a:ext cx="5430404" cy="2849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352" kern="100" dirty="0">
                <a:solidFill>
                  <a:srgbClr val="F5F8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WITNESS MEMORY IS FRAGMENTED, AND DETAIL IS LOST BY HAND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858121"/>
            <a:ext cx="1791846" cy="31651"/>
          </a:xfrm>
          <a:prstGeom prst="roundRect">
            <a:avLst>
              <a:gd name="adj" fmla="val 49998"/>
            </a:avLst>
          </a:prstGeom>
          <a:solidFill>
            <a:srgbClr val="8795A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135934"/>
            <a:ext cx="5430404" cy="2265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D6DEE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Fragmented memory.</a:t>
            </a:r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Witnesses recall pieces, not the full scene.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D6DEE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Hard descriptions.</a:t>
            </a:r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Faces, places and objects must be turned into visuals by hand.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6DEE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Lost uncertainty.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Doubts and revisions disappear between the account, the sketches and the notes.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6248" y="609600"/>
            <a:ext cx="386586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7809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208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03 / WITNESS INPUT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91961"/>
            <a:ext cx="5430404" cy="2279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352" kern="100" dirty="0">
                <a:solidFill>
                  <a:srgbClr val="F5F8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WITNESS WORDS BECOME AN EDITABLE FACE SKETCH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3337441"/>
            <a:ext cx="543040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Current prototype scope: input, attributes, sketch, feedback, export.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154488"/>
            <a:ext cx="5430404" cy="2148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Voice or text input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Structured attributes: face, place, objects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Editable facial composite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Witness feedback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Revised version, logged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Export: sketch image and case summary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6248" y="1830090"/>
            <a:ext cx="3865863" cy="3197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208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04 / FACE REFINEMENT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134"/>
            <a:ext cx="10972526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352" kern="100" dirty="0">
                <a:solidFill>
                  <a:srgbClr val="F5F8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WITNESS FEEDBACK REFINES THE FACE BEFORE ANYTHING IS SAVED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251789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Human review stays in the loop: the witness confirms every version.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55801"/>
            <a:ext cx="10972526" cy="2273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208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05 / BEYOND THE 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134"/>
            <a:ext cx="10972526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352" kern="100" dirty="0">
                <a:solidFill>
                  <a:srgbClr val="F5F8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BEYOND THE FACE: SCENE, OBJECT AND EVENT LINKS ARE PROPOSED EXTENSIONS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21702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Concept mockups only. Not part of the current prototype.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338909"/>
            <a:ext cx="10972526" cy="2702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208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07 / FEASIBILITY AND RESPONSIBLE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134"/>
            <a:ext cx="10972526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352" kern="100" dirty="0">
                <a:solidFill>
                  <a:srgbClr val="F5F8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A REALISTIC PROTOTYPE, WITH CLEAR LIMITS AND HUMAN REVIEW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249091"/>
            <a:ext cx="5257668" cy="3649861"/>
          </a:xfrm>
          <a:prstGeom prst="roundRect">
            <a:avLst>
              <a:gd name="adj" fmla="val 1253"/>
            </a:avLst>
          </a:prstGeom>
          <a:solidFill>
            <a:srgbClr val="121A23"/>
          </a:solidFill>
          <a:ln w="6350">
            <a:solidFill>
              <a:srgbClr val="53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4529" y="2499916"/>
            <a:ext cx="478778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8F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Current prototype scope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4529" y="2957116"/>
            <a:ext cx="4787780" cy="141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Browser voice and text input, Flask backend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Rule-based NLP or spaCy; SVG facial assets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JSON or SQLite revision log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Browser PDF/print export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4529" y="4580731"/>
            <a:ext cx="478778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8F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Planned extensions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4529" y="5040630"/>
            <a:ext cx="478778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Scene and object sketches, event reconstruction, evidence graph.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2" y="2249091"/>
            <a:ext cx="5257668" cy="3649861"/>
          </a:xfrm>
          <a:prstGeom prst="roundRect">
            <a:avLst>
              <a:gd name="adj" fmla="val 1253"/>
            </a:avLst>
          </a:prstGeom>
          <a:solidFill>
            <a:srgbClr val="121A23"/>
          </a:solidFill>
          <a:ln w="6350">
            <a:solidFill>
              <a:srgbClr val="53E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9386" y="2499916"/>
            <a:ext cx="478778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8F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Responsible 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59386" y="2957116"/>
            <a:ext cx="4787780" cy="141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Privacy: sensitive data handled securely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Uncertainty labels on every visual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Non-leading questions to witnesses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Human review before any use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59386" y="4504372"/>
            <a:ext cx="4787780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13" kern="100" dirty="0">
                <a:solidFill>
                  <a:srgbClr val="A0ACB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 custom-trained model, automatic suspect identification, guilt prediction, accuracy result, deployment or validation claim.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208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08 / 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134"/>
            <a:ext cx="10972526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352" kern="100" dirty="0">
                <a:solidFill>
                  <a:srgbClr val="F5F8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VOXTRACE AI TURNS WITNESS FEEDBACK INTO A TRACEABLE FACE SKETCH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21702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6DEE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preliminary investigation aid: it supports human judgment, not proof or guilt.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325713"/>
            <a:ext cx="1768530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A8D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9062" y="3405263"/>
            <a:ext cx="211916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VOICE OR TEXT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486062" y="3325713"/>
            <a:ext cx="1541920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A8D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539" y="3405263"/>
            <a:ext cx="189255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VISUAL CLUE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35929" y="3325713"/>
            <a:ext cx="2327713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A8D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5407" y="3405263"/>
            <a:ext cx="267834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HUMAN REFINEMENT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71590" y="3325713"/>
            <a:ext cx="2888582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A8D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1067" y="3405263"/>
            <a:ext cx="323921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A8D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CONNECTED CASE RECORD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585" y="5765205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53E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13" kern="100" dirty="0">
                <a:solidFill>
                  <a:srgbClr val="A0ACB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Every version stays traceable, and a human reviews every step.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2026-10-28T08:18:38Z</dcterms:created>
  <dcterms:modified xsi:type="dcterms:W3CDTF">2026-10-28T08:18:38Z</dcterms:modified>
</cp:coreProperties>
</file>